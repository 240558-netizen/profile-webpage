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39" autoAdjust="0"/>
  </p:normalViewPr>
  <p:slideViewPr>
    <p:cSldViewPr snapToGrid="0">
      <p:cViewPr varScale="1">
        <p:scale>
          <a:sx n="64" d="100"/>
          <a:sy n="64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6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3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5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9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3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4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2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722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68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522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9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73363-EB45-443E-89F7-4D8D2DE08717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45774D-2C60-4ADE-8F27-0AC5F3C9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8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llabs.com/ssltes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6764" y="4027055"/>
            <a:ext cx="8405089" cy="2257603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Group member name and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their id: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Syed Rayyan Saeed </a:t>
            </a:r>
            <a:r>
              <a:rPr lang="en-US" dirty="0" smtClean="0">
                <a:solidFill>
                  <a:schemeClr val="tx1"/>
                </a:solidFill>
              </a:rPr>
              <a:t>240558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Shiraz khan </a:t>
            </a:r>
            <a:r>
              <a:rPr lang="en-US" dirty="0" smtClean="0">
                <a:solidFill>
                  <a:schemeClr val="tx1"/>
                </a:solidFill>
              </a:rPr>
              <a:t>240550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Abdullah shaifal </a:t>
            </a:r>
            <a:r>
              <a:rPr lang="en-US" dirty="0" smtClean="0">
                <a:solidFill>
                  <a:schemeClr val="tx1"/>
                </a:solidFill>
              </a:rPr>
              <a:t>243438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Instructor: </a:t>
            </a:r>
            <a:r>
              <a:rPr lang="en-US" b="1" dirty="0">
                <a:solidFill>
                  <a:schemeClr val="tx1"/>
                </a:solidFill>
              </a:rPr>
              <a:t>Ma’am Nimra Shafqat 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information security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Sensitive Data Exposure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29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9055"/>
            <a:ext cx="5357091" cy="55602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What is Sensitive Data Exposure?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Sensitive Data Exposure refers to a security weakness where confidential information such as usernames, passwords, credit card numbers, medical data, or personal records becomes accessible to unauthorized people.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Why is it Important in Security?</a:t>
            </a:r>
            <a:endParaRPr lang="en-US" dirty="0"/>
          </a:p>
          <a:p>
            <a:r>
              <a:rPr lang="en-US" dirty="0"/>
              <a:t>Personal and financial information can be misused.</a:t>
            </a:r>
          </a:p>
          <a:p>
            <a:r>
              <a:rPr lang="en-US" dirty="0"/>
              <a:t>It leads to identity theft and account takeovers.</a:t>
            </a:r>
          </a:p>
          <a:p>
            <a:r>
              <a:rPr lang="en-US" dirty="0"/>
              <a:t>It damages trust and reputation of organizations.</a:t>
            </a:r>
          </a:p>
          <a:p>
            <a:r>
              <a:rPr lang="en-US" dirty="0"/>
              <a:t>It is one of the </a:t>
            </a:r>
            <a:r>
              <a:rPr lang="en-US" b="1" dirty="0"/>
              <a:t>OWASP Top 10</a:t>
            </a:r>
            <a:r>
              <a:rPr lang="en-US" dirty="0"/>
              <a:t> most dangerous security risks.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182" y="0"/>
            <a:ext cx="6049818" cy="446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1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Phishing Infographic by AbhaySingh1 on DeviantArt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2" y="267854"/>
            <a:ext cx="9051637" cy="483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9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-1" y="0"/>
            <a:ext cx="9467273" cy="160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🔐</a:t>
            </a:r>
            <a:r>
              <a:rPr lang="en-US" sz="1600" b="1" kern="100" dirty="0"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Sensitive Data Exposure – Full Process Explanation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1.Attacker Initiates the Attack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attacker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creates a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spear-phishing email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email is crafted to look legitimate and targets a specific user.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Purpose: trick the user into clicking a malicious link or opening an attachment.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-1" y="1907189"/>
            <a:ext cx="9144001" cy="2150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 smtClean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600" b="1" kern="1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Enters the Organization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phishing email passes through the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firewall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then goes through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email filtering systems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(anti-virus / anti-spam).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Due to: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Zero-day malware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Poor filtering rules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Human-focused social engineering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email is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detected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66253" y="4060177"/>
            <a:ext cx="6761019" cy="1904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3.User Is Compromised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user opens the email and interacts with it.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results in: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Malware installation, or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Credential theft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attacker now has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unauthorized access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using the user’s system or account.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0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0492509" cy="6857999"/>
          </a:xfrm>
        </p:spPr>
        <p:txBody>
          <a:bodyPr>
            <a:normAutofit fontScale="92500" lnSpcReduction="10000"/>
          </a:bodyPr>
          <a:lstStyle/>
          <a:p>
            <a:r>
              <a:rPr lang="en-US" sz="1700" b="1" dirty="0">
                <a:solidFill>
                  <a:schemeClr val="tx1"/>
                </a:solidFill>
              </a:rPr>
              <a:t>4️.Internal Access to Sensitive Data</a:t>
            </a:r>
          </a:p>
          <a:p>
            <a:pPr lvl="0"/>
            <a:r>
              <a:rPr lang="en-US" sz="1700" dirty="0">
                <a:solidFill>
                  <a:schemeClr val="tx1"/>
                </a:solidFill>
              </a:rPr>
              <a:t>Using the compromised user’s access, the attacker reaches </a:t>
            </a:r>
            <a:r>
              <a:rPr lang="en-US" sz="1700" b="1" dirty="0">
                <a:solidFill>
                  <a:schemeClr val="tx1"/>
                </a:solidFill>
              </a:rPr>
              <a:t>internal systems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en-US" sz="1700" dirty="0">
                <a:solidFill>
                  <a:schemeClr val="tx1"/>
                </a:solidFill>
              </a:rPr>
              <a:t>Sensitive data includes: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SSN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Credit card details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Bank and financial data</a:t>
            </a:r>
          </a:p>
          <a:p>
            <a:pPr lvl="0"/>
            <a:r>
              <a:rPr lang="en-US" sz="1700" dirty="0">
                <a:solidFill>
                  <a:schemeClr val="tx1"/>
                </a:solidFill>
              </a:rPr>
              <a:t>This data may be: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Stored unencrypted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Improperly protected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Accessible due to excessive </a:t>
            </a:r>
            <a:r>
              <a:rPr lang="en-US" sz="1700" dirty="0" smtClean="0">
                <a:solidFill>
                  <a:schemeClr val="tx1"/>
                </a:solidFill>
              </a:rPr>
              <a:t>permissions</a:t>
            </a:r>
          </a:p>
          <a:p>
            <a:r>
              <a:rPr lang="en-US" sz="1700" b="1" dirty="0">
                <a:solidFill>
                  <a:schemeClr val="tx1"/>
                </a:solidFill>
              </a:rPr>
              <a:t>5️.Attempted Security Monitoring</a:t>
            </a:r>
          </a:p>
          <a:p>
            <a:pPr lvl="0"/>
            <a:r>
              <a:rPr lang="en-US" sz="1700" dirty="0">
                <a:solidFill>
                  <a:schemeClr val="tx1"/>
                </a:solidFill>
              </a:rPr>
              <a:t>Tools such as:</a:t>
            </a:r>
          </a:p>
          <a:p>
            <a:pPr lvl="1"/>
            <a:r>
              <a:rPr lang="en-US" sz="1700" b="1" dirty="0">
                <a:solidFill>
                  <a:schemeClr val="tx1"/>
                </a:solidFill>
              </a:rPr>
              <a:t>Proxy</a:t>
            </a:r>
            <a:endParaRPr lang="en-US" sz="1700" dirty="0">
              <a:solidFill>
                <a:schemeClr val="tx1"/>
              </a:solidFill>
            </a:endParaRPr>
          </a:p>
          <a:p>
            <a:pPr lvl="1"/>
            <a:r>
              <a:rPr lang="en-US" sz="1700" b="1" dirty="0">
                <a:solidFill>
                  <a:schemeClr val="tx1"/>
                </a:solidFill>
              </a:rPr>
              <a:t>DLP (Data Loss Prevention)</a:t>
            </a:r>
            <a:endParaRPr lang="en-US" sz="1700" dirty="0">
              <a:solidFill>
                <a:schemeClr val="tx1"/>
              </a:solidFill>
            </a:endParaRPr>
          </a:p>
          <a:p>
            <a:pPr lvl="1"/>
            <a:r>
              <a:rPr lang="en-US" sz="1700" b="1" dirty="0">
                <a:solidFill>
                  <a:schemeClr val="tx1"/>
                </a:solidFill>
              </a:rPr>
              <a:t>IDS/IPS</a:t>
            </a:r>
            <a:r>
              <a:rPr lang="en-US" sz="1700" dirty="0">
                <a:solidFill>
                  <a:schemeClr val="tx1"/>
                </a:solidFill>
              </a:rPr>
              <a:t/>
            </a:r>
            <a:br>
              <a:rPr lang="en-US" sz="1700" dirty="0">
                <a:solidFill>
                  <a:schemeClr val="tx1"/>
                </a:solidFill>
              </a:rPr>
            </a:br>
            <a:r>
              <a:rPr lang="en-US" sz="1700" dirty="0">
                <a:solidFill>
                  <a:schemeClr val="tx1"/>
                </a:solidFill>
              </a:rPr>
              <a:t>inspect outgoing traffic.</a:t>
            </a:r>
          </a:p>
          <a:p>
            <a:pPr lvl="0"/>
            <a:r>
              <a:rPr lang="en-US" sz="1700" dirty="0">
                <a:solidFill>
                  <a:schemeClr val="tx1"/>
                </a:solidFill>
              </a:rPr>
              <a:t>However, the attacker: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Encrypts the traffic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Hides it in normal network activity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Exploits misconfigured controls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42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41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6️</a:t>
            </a:r>
            <a:r>
              <a:rPr lang="en-US" sz="1600" b="1" kern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Data Exfiltration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Sensitive data is transferred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outside the organization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firewall allows the traffic because it appears legitimate.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Security tools fail to block it</a:t>
            </a:r>
            <a:r>
              <a:rPr lang="en-US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" y="1605568"/>
            <a:ext cx="6825673" cy="1657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 smtClean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1600" b="1" kern="1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Sensitive </a:t>
            </a:r>
            <a:r>
              <a:rPr lang="en-US" sz="16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 Exposure Occurs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attacker successfully receives the stolen data.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Confidential information is now: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Exposed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Misused</a:t>
            </a: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Sold or exploited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07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1999" cy="6788426"/>
          </a:xfrm>
        </p:spPr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🌍 Real-World </a:t>
            </a:r>
            <a:r>
              <a:rPr lang="en-US" b="1" dirty="0"/>
              <a:t>Examples of Sensitive Data Exposure</a:t>
            </a:r>
          </a:p>
          <a:p>
            <a:r>
              <a:rPr lang="en-US" b="1" dirty="0"/>
              <a:t>1️.</a:t>
            </a:r>
            <a:r>
              <a:rPr lang="en-US" dirty="0"/>
              <a:t>Credit Card Data Breach (Retail Store)</a:t>
            </a:r>
            <a:endParaRPr lang="en-US" b="1" dirty="0"/>
          </a:p>
          <a:p>
            <a:pPr lvl="0"/>
            <a:r>
              <a:rPr lang="en-US" dirty="0"/>
              <a:t>Hackers send phishing emails to store employees.</a:t>
            </a:r>
          </a:p>
          <a:p>
            <a:pPr lvl="0"/>
            <a:r>
              <a:rPr lang="en-US" dirty="0"/>
              <a:t>An employee clicks the email.</a:t>
            </a:r>
          </a:p>
          <a:p>
            <a:pPr lvl="0"/>
            <a:r>
              <a:rPr lang="en-US" dirty="0"/>
              <a:t>Hackers access the payment system.</a:t>
            </a:r>
          </a:p>
          <a:p>
            <a:pPr lvl="0"/>
            <a:r>
              <a:rPr lang="en-US" b="1" dirty="0"/>
              <a:t>Credit card numbers of customers are stolen</a:t>
            </a:r>
            <a:r>
              <a:rPr lang="en-US" dirty="0"/>
              <a:t>.</a:t>
            </a:r>
          </a:p>
          <a:p>
            <a:r>
              <a:rPr lang="en-US" dirty="0"/>
              <a:t>➡️ </a:t>
            </a:r>
            <a:r>
              <a:rPr lang="en-US" b="1" dirty="0"/>
              <a:t>Exposed data:</a:t>
            </a:r>
            <a:r>
              <a:rPr lang="en-US" dirty="0"/>
              <a:t> Card numbers, CVV, </a:t>
            </a:r>
            <a:r>
              <a:rPr lang="en-US" dirty="0" smtClean="0"/>
              <a:t>names</a:t>
            </a:r>
          </a:p>
          <a:p>
            <a:r>
              <a:rPr lang="en-US" b="1" dirty="0"/>
              <a:t>2️.</a:t>
            </a:r>
            <a:r>
              <a:rPr lang="en-US" dirty="0"/>
              <a:t>Hospital Data Leak</a:t>
            </a:r>
            <a:endParaRPr lang="en-US" b="1" dirty="0"/>
          </a:p>
          <a:p>
            <a:pPr lvl="0"/>
            <a:r>
              <a:rPr lang="en-US" dirty="0"/>
              <a:t>A hospital stores patient records without proper encryption.</a:t>
            </a:r>
          </a:p>
          <a:p>
            <a:pPr lvl="0"/>
            <a:r>
              <a:rPr lang="en-US" dirty="0"/>
              <a:t>An attacker gains access to the system.</a:t>
            </a:r>
          </a:p>
          <a:p>
            <a:pPr lvl="0"/>
            <a:r>
              <a:rPr lang="en-US" b="1" dirty="0"/>
              <a:t>Medical records are downloaded</a:t>
            </a:r>
            <a:r>
              <a:rPr lang="en-US" dirty="0"/>
              <a:t>.</a:t>
            </a:r>
          </a:p>
          <a:p>
            <a:r>
              <a:rPr lang="en-US" dirty="0"/>
              <a:t>➡️ </a:t>
            </a:r>
            <a:r>
              <a:rPr lang="en-US" b="1" dirty="0"/>
              <a:t>Exposed data:</a:t>
            </a:r>
            <a:r>
              <a:rPr lang="en-US" dirty="0"/>
              <a:t> Patient history, reports, IDs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Impact:</a:t>
            </a:r>
            <a:r>
              <a:rPr lang="en-US" dirty="0"/>
              <a:t> Privacy violation (HIPAA)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72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the Attack Happens (Flow /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4" y="1182256"/>
            <a:ext cx="11471563" cy="5675744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b="1" dirty="0"/>
              <a:t>How the Attack Happens </a:t>
            </a:r>
            <a:r>
              <a:rPr lang="en-US" b="1" dirty="0" smtClean="0"/>
              <a:t>(Attacker </a:t>
            </a:r>
            <a:r>
              <a:rPr lang="en-US" b="1" dirty="0"/>
              <a:t>sends a fake email</a:t>
            </a:r>
            <a:endParaRPr lang="en-US" dirty="0"/>
          </a:p>
          <a:p>
            <a:pPr lvl="1"/>
            <a:r>
              <a:rPr lang="en-US" dirty="0"/>
              <a:t>It looks real, so the user trusts it.</a:t>
            </a:r>
          </a:p>
          <a:p>
            <a:r>
              <a:rPr lang="en-US" b="1" dirty="0"/>
              <a:t>Email is not blocked</a:t>
            </a:r>
            <a:endParaRPr lang="en-US" dirty="0"/>
          </a:p>
          <a:p>
            <a:pPr lvl="1"/>
            <a:r>
              <a:rPr lang="en-US" dirty="0"/>
              <a:t>Security tools do not catch the email.</a:t>
            </a:r>
          </a:p>
          <a:p>
            <a:r>
              <a:rPr lang="en-US" b="1" dirty="0"/>
              <a:t>User clicks the email</a:t>
            </a:r>
            <a:endParaRPr lang="en-US" dirty="0"/>
          </a:p>
          <a:p>
            <a:pPr lvl="1"/>
            <a:r>
              <a:rPr lang="en-US" dirty="0"/>
              <a:t>The user clicks a link or opens a file.</a:t>
            </a:r>
          </a:p>
          <a:p>
            <a:pPr lvl="1"/>
            <a:r>
              <a:rPr lang="en-US" dirty="0"/>
              <a:t>The attacker gets access to the user’s computer.</a:t>
            </a:r>
          </a:p>
          <a:p>
            <a:r>
              <a:rPr lang="en-US" b="1" dirty="0"/>
              <a:t>Sensitive data is accessed</a:t>
            </a:r>
            <a:endParaRPr lang="en-US" dirty="0"/>
          </a:p>
          <a:p>
            <a:pPr lvl="1"/>
            <a:r>
              <a:rPr lang="en-US" dirty="0"/>
              <a:t>The attacker finds important data like:</a:t>
            </a:r>
          </a:p>
          <a:p>
            <a:pPr lvl="2"/>
            <a:r>
              <a:rPr lang="en-US" dirty="0"/>
              <a:t>passwords</a:t>
            </a:r>
          </a:p>
          <a:p>
            <a:pPr lvl="2"/>
            <a:r>
              <a:rPr lang="en-US" dirty="0"/>
              <a:t>credit card numbers</a:t>
            </a:r>
          </a:p>
          <a:p>
            <a:pPr lvl="2"/>
            <a:r>
              <a:rPr lang="en-US" dirty="0"/>
              <a:t>personal details</a:t>
            </a:r>
          </a:p>
          <a:p>
            <a:r>
              <a:rPr lang="en-US" b="1" dirty="0"/>
              <a:t>Data is sent to the attacker</a:t>
            </a:r>
            <a:endParaRPr lang="en-US" dirty="0"/>
          </a:p>
          <a:p>
            <a:pPr lvl="1"/>
            <a:r>
              <a:rPr lang="en-US" dirty="0"/>
              <a:t>The stolen data is sent outside the company.</a:t>
            </a:r>
          </a:p>
          <a:p>
            <a:r>
              <a:rPr lang="en-US" b="1" dirty="0"/>
              <a:t>Sensitive data is exposed</a:t>
            </a:r>
            <a:endParaRPr lang="en-US" dirty="0"/>
          </a:p>
          <a:p>
            <a:pPr lvl="1"/>
            <a:r>
              <a:rPr lang="en-US" dirty="0"/>
              <a:t>The attacker now has the private data.</a:t>
            </a:r>
          </a:p>
          <a:p>
            <a:endParaRPr lang="en-US" dirty="0"/>
          </a:p>
        </p:txBody>
      </p:sp>
      <p:pic>
        <p:nvPicPr>
          <p:cNvPr id="4098" name="Picture 2" descr="What is Accidental Data Exposur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6" y="1856509"/>
            <a:ext cx="6356236" cy="395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75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Impacts: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39273"/>
            <a:ext cx="8596668" cy="4702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Account </a:t>
            </a:r>
            <a:r>
              <a:rPr lang="en-US" b="1" dirty="0" smtClean="0"/>
              <a:t>Compromise:</a:t>
            </a:r>
            <a:endParaRPr lang="en-US" b="1" dirty="0"/>
          </a:p>
          <a:p>
            <a:r>
              <a:rPr lang="en-US" dirty="0"/>
              <a:t>Hackers log into user accounts and steal information.</a:t>
            </a:r>
          </a:p>
          <a:p>
            <a:pPr marL="0" indent="0">
              <a:buNone/>
            </a:pPr>
            <a:r>
              <a:rPr lang="en-US" b="1" dirty="0"/>
              <a:t>2. Financial </a:t>
            </a:r>
            <a:r>
              <a:rPr lang="en-US" b="1" dirty="0" smtClean="0"/>
              <a:t>Loss:</a:t>
            </a:r>
            <a:endParaRPr lang="en-US" b="1" dirty="0"/>
          </a:p>
          <a:p>
            <a:r>
              <a:rPr lang="en-US" dirty="0"/>
              <a:t>Credit card or banking data can be used for fraud.</a:t>
            </a:r>
          </a:p>
          <a:p>
            <a:pPr marL="0" indent="0">
              <a:buNone/>
            </a:pPr>
            <a:r>
              <a:rPr lang="en-US" b="1" dirty="0"/>
              <a:t>3. Identity </a:t>
            </a:r>
            <a:r>
              <a:rPr lang="en-US" b="1" dirty="0" smtClean="0"/>
              <a:t>Theft:</a:t>
            </a:r>
            <a:endParaRPr lang="en-US" b="1" dirty="0"/>
          </a:p>
          <a:p>
            <a:r>
              <a:rPr lang="en-US" dirty="0"/>
              <a:t>Attackers use personal documents to impersonate victims.</a:t>
            </a:r>
          </a:p>
          <a:p>
            <a:pPr marL="0" indent="0">
              <a:buNone/>
            </a:pPr>
            <a:r>
              <a:rPr lang="en-US" b="1" dirty="0"/>
              <a:t>4. Loss of </a:t>
            </a:r>
            <a:r>
              <a:rPr lang="en-US" b="1" dirty="0" smtClean="0"/>
              <a:t>Privacy:</a:t>
            </a:r>
            <a:endParaRPr lang="en-US" b="1" dirty="0"/>
          </a:p>
          <a:p>
            <a:r>
              <a:rPr lang="en-US" dirty="0"/>
              <a:t>Medical records, address, and personal information become public.</a:t>
            </a:r>
          </a:p>
          <a:p>
            <a:pPr marL="0" indent="0">
              <a:buNone/>
            </a:pPr>
            <a:r>
              <a:rPr lang="en-US" b="1" dirty="0"/>
              <a:t>5. Brand </a:t>
            </a:r>
            <a:r>
              <a:rPr lang="en-US" b="1" dirty="0" smtClean="0"/>
              <a:t>Damage:</a:t>
            </a:r>
            <a:endParaRPr lang="en-US" b="1" dirty="0"/>
          </a:p>
          <a:p>
            <a:r>
              <a:rPr lang="en-US" dirty="0"/>
              <a:t>Organizations lose customer trust and face negative publicity.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2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Prevention: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protect data:</a:t>
            </a:r>
          </a:p>
          <a:p>
            <a:r>
              <a:rPr lang="en-US" dirty="0"/>
              <a:t>Always use </a:t>
            </a:r>
            <a:r>
              <a:rPr lang="en-US" b="1" dirty="0"/>
              <a:t>encryption</a:t>
            </a:r>
            <a:r>
              <a:rPr lang="en-US" dirty="0"/>
              <a:t> (AES, hashing + salt for passwords)</a:t>
            </a:r>
          </a:p>
          <a:p>
            <a:r>
              <a:rPr lang="en-US" dirty="0"/>
              <a:t>Never store </a:t>
            </a:r>
            <a:r>
              <a:rPr lang="en-US" b="1" dirty="0"/>
              <a:t>plain text passwords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HTTPS</a:t>
            </a:r>
            <a:r>
              <a:rPr lang="en-US" dirty="0"/>
              <a:t> for secure communication</a:t>
            </a:r>
          </a:p>
          <a:p>
            <a:r>
              <a:rPr lang="en-US" dirty="0"/>
              <a:t>Secure backups and cloud storage</a:t>
            </a:r>
          </a:p>
          <a:p>
            <a:r>
              <a:rPr lang="en-US" dirty="0"/>
              <a:t>Use strong access control &amp; permissions</a:t>
            </a:r>
          </a:p>
          <a:p>
            <a:r>
              <a:rPr lang="en-US" dirty="0"/>
              <a:t>Regular vulnerability scanning</a:t>
            </a:r>
          </a:p>
          <a:p>
            <a:r>
              <a:rPr lang="en-US" dirty="0"/>
              <a:t>Do not hardcode API keys or passwords in code</a:t>
            </a:r>
          </a:p>
        </p:txBody>
      </p:sp>
    </p:spTree>
    <p:extLst>
      <p:ext uri="{BB962C8B-B14F-4D97-AF65-F5344CB8AC3E}">
        <p14:creationId xmlns:p14="http://schemas.microsoft.com/office/powerpoint/2010/main" val="395925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Sensitive Data Exposure happens when confidential data is not protected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Causes </a:t>
            </a:r>
            <a:r>
              <a:rPr lang="en-US" dirty="0"/>
              <a:t>include plain text storage, weak encryption, or misconfigured servers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Attackers </a:t>
            </a:r>
            <a:r>
              <a:rPr lang="en-US" dirty="0"/>
              <a:t>use exposed data to hack accounts and steal money</a:t>
            </a:r>
            <a:r>
              <a:rPr lang="en-US" dirty="0" smtClean="0"/>
              <a:t>. Encrypting </a:t>
            </a:r>
            <a:r>
              <a:rPr lang="en-US" dirty="0"/>
              <a:t>data and good security practices can prevent this </a:t>
            </a:r>
            <a:r>
              <a:rPr lang="en-US" dirty="0" smtClean="0"/>
              <a:t>issue.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References: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u="sng" dirty="0">
                <a:solidFill>
                  <a:schemeClr val="tx1"/>
                </a:solidFill>
                <a:hlinkClick r:id="rId2"/>
              </a:rPr>
              <a:t>https://www.ssllabs.com/ssltest/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9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tx1"/>
                </a:solidFill>
              </a:rPr>
              <a:t>Any question</a:t>
            </a:r>
            <a:endParaRPr lang="en-US" sz="80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Come scegliere il servizio Keliweb più adatto a te • Keliweb Blo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50" y="2160588"/>
            <a:ext cx="6442045" cy="3881437"/>
          </a:xfrm>
        </p:spPr>
      </p:pic>
    </p:spTree>
    <p:extLst>
      <p:ext uri="{BB962C8B-B14F-4D97-AF65-F5344CB8AC3E}">
        <p14:creationId xmlns:p14="http://schemas.microsoft.com/office/powerpoint/2010/main" val="25487784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</TotalTime>
  <Words>650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Segoe UI Symbol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information security Sensitive Data Exposure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the Attack Happens (Flow / Steps)</vt:lpstr>
      <vt:lpstr>Impacts:</vt:lpstr>
      <vt:lpstr>Prevention:</vt:lpstr>
      <vt:lpstr>Summary:</vt:lpstr>
      <vt:lpstr>References:</vt:lpstr>
      <vt:lpstr>Any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Sensitive Data Exposure</dc:title>
  <dc:creator>DEll</dc:creator>
  <cp:lastModifiedBy>DEll</cp:lastModifiedBy>
  <cp:revision>19</cp:revision>
  <dcterms:created xsi:type="dcterms:W3CDTF">2025-12-12T06:09:55Z</dcterms:created>
  <dcterms:modified xsi:type="dcterms:W3CDTF">2025-12-26T18:40:06Z</dcterms:modified>
</cp:coreProperties>
</file>